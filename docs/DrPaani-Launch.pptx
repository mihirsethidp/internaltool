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Dr. Paani turns every vendor manual into instant, grounded, step-by-step answers for field technicians — on their phone, in their own words, in any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/ supervisor flow. Upload a PDF, tag it to a category (or category + make &amp; model). On approval the AI drafts a diagnostic flow; the admin reviews and approves it. Only approved flows reach technicians. Real example: Advance analytik VizSens, Water Quality, Cleaning &amp;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Technician flow — a real, unedited exchange. "How do I clean the VizSens probe?" returns cited, step-by-step guidance from the approved manual, then asks if it helped.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Fallback. When the docs don't cover it, Dr. Paani says so, then pulls a web answer (clearly marked unverified, with sources) or offers a one-tap Google search — and logs the gap for admins.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compounds: every question feeds the loop. Grounded, guided, multilingual, mobile-first, escalates to the right person, 30-day safety net. CTA: sign in at mihirsethidp.github.io/InternalTool.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Digital Ecoinnovision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Paani — Sensor Troubleshooting Tool (Launch)</dc:title>
  <dc:subject>PptxGenJS Presentation</dc:subject>
  <dc:creator>DigitalPaani</dc:creator>
  <cp:lastModifiedBy>DigitalPaani</cp:lastModifiedBy>
  <cp:revision>1</cp:revision>
  <dcterms:created xsi:type="dcterms:W3CDTF">2026-07-09T21:08:47Z</dcterms:created>
  <dcterms:modified xsi:type="dcterms:W3CDTF">2026-07-09T21:08:47Z</dcterms:modified>
</cp:coreProperties>
</file>